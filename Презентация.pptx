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sldIdLst>
    <p:sldId id="375" r:id="rId2"/>
    <p:sldId id="389" r:id="rId3"/>
    <p:sldId id="390" r:id="rId4"/>
    <p:sldId id="295" r:id="rId5"/>
    <p:sldId id="381" r:id="rId6"/>
    <p:sldId id="385" r:id="rId7"/>
    <p:sldId id="386" r:id="rId8"/>
    <p:sldId id="392" r:id="rId9"/>
    <p:sldId id="387" r:id="rId10"/>
    <p:sldId id="391" r:id="rId11"/>
    <p:sldId id="388" r:id="rId12"/>
    <p:sldId id="384" r:id="rId13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C3B2"/>
    <a:srgbClr val="6B9080"/>
    <a:srgbClr val="768F81"/>
    <a:srgbClr val="EAF4F4"/>
    <a:srgbClr val="CCE3DE"/>
    <a:srgbClr val="DAE7E4"/>
    <a:srgbClr val="E63246"/>
    <a:srgbClr val="55B432"/>
    <a:srgbClr val="874BA0"/>
    <a:srgbClr val="4B6E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84" autoAdjust="0"/>
    <p:restoredTop sz="92430" autoAdjust="0"/>
  </p:normalViewPr>
  <p:slideViewPr>
    <p:cSldViewPr>
      <p:cViewPr varScale="1">
        <p:scale>
          <a:sx n="85" d="100"/>
          <a:sy n="85" d="100"/>
        </p:scale>
        <p:origin x="1272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енис Аргунов" userId="0d895aff7b94471d" providerId="LiveId" clId="{35879A92-3E9C-48FD-92A7-B4DEA5F2C932}"/>
    <pc:docChg chg="undo redo custSel addSld delSld modSld sldOrd">
      <pc:chgData name="Денис Аргунов" userId="0d895aff7b94471d" providerId="LiveId" clId="{35879A92-3E9C-48FD-92A7-B4DEA5F2C932}" dt="2025-01-15T17:12:14.733" v="303" actId="14100"/>
      <pc:docMkLst>
        <pc:docMk/>
      </pc:docMkLst>
      <pc:sldChg chg="modSp">
        <pc:chgData name="Денис Аргунов" userId="0d895aff7b94471d" providerId="LiveId" clId="{35879A92-3E9C-48FD-92A7-B4DEA5F2C932}" dt="2025-01-15T17:12:14.733" v="303" actId="14100"/>
        <pc:sldMkLst>
          <pc:docMk/>
          <pc:sldMk cId="3085743300" sldId="386"/>
        </pc:sldMkLst>
        <pc:graphicFrameChg chg="mod">
          <ac:chgData name="Денис Аргунов" userId="0d895aff7b94471d" providerId="LiveId" clId="{35879A92-3E9C-48FD-92A7-B4DEA5F2C932}" dt="2025-01-15T17:12:14.733" v="303" actId="14100"/>
          <ac:graphicFrameMkLst>
            <pc:docMk/>
            <pc:sldMk cId="3085743300" sldId="386"/>
            <ac:graphicFrameMk id="7" creationId="{6D940DFF-4AEB-457D-9766-7500056665AF}"/>
          </ac:graphicFrameMkLst>
        </pc:graphicFrameChg>
      </pc:sldChg>
      <pc:sldChg chg="modSp mod">
        <pc:chgData name="Денис Аргунов" userId="0d895aff7b94471d" providerId="LiveId" clId="{35879A92-3E9C-48FD-92A7-B4DEA5F2C932}" dt="2025-01-15T17:08:30.370" v="294" actId="20577"/>
        <pc:sldMkLst>
          <pc:docMk/>
          <pc:sldMk cId="2714570302" sldId="387"/>
        </pc:sldMkLst>
        <pc:spChg chg="mod">
          <ac:chgData name="Денис Аргунов" userId="0d895aff7b94471d" providerId="LiveId" clId="{35879A92-3E9C-48FD-92A7-B4DEA5F2C932}" dt="2025-01-15T17:08:30.370" v="294" actId="20577"/>
          <ac:spMkLst>
            <pc:docMk/>
            <pc:sldMk cId="2714570302" sldId="387"/>
            <ac:spMk id="25" creationId="{00000000-0000-0000-0000-000000000000}"/>
          </ac:spMkLst>
        </pc:spChg>
      </pc:sldChg>
      <pc:sldChg chg="addSp delSp modSp mod">
        <pc:chgData name="Денис Аргунов" userId="0d895aff7b94471d" providerId="LiveId" clId="{35879A92-3E9C-48FD-92A7-B4DEA5F2C932}" dt="2025-01-15T16:10:25.404" v="12" actId="208"/>
        <pc:sldMkLst>
          <pc:docMk/>
          <pc:sldMk cId="3480625837" sldId="388"/>
        </pc:sldMkLst>
        <pc:spChg chg="add del mod">
          <ac:chgData name="Денис Аргунов" userId="0d895aff7b94471d" providerId="LiveId" clId="{35879A92-3E9C-48FD-92A7-B4DEA5F2C932}" dt="2025-01-15T16:10:07.090" v="3"/>
          <ac:spMkLst>
            <pc:docMk/>
            <pc:sldMk cId="3480625837" sldId="388"/>
            <ac:spMk id="8" creationId="{B93B9C09-0F17-4A0A-A7BE-6B353F9FFC29}"/>
          </ac:spMkLst>
        </pc:spChg>
        <pc:spChg chg="add mod">
          <ac:chgData name="Денис Аргунов" userId="0d895aff7b94471d" providerId="LiveId" clId="{35879A92-3E9C-48FD-92A7-B4DEA5F2C932}" dt="2025-01-15T16:10:13.299" v="11" actId="20577"/>
          <ac:spMkLst>
            <pc:docMk/>
            <pc:sldMk cId="3480625837" sldId="388"/>
            <ac:spMk id="9" creationId="{0BD4FE67-8AC4-429E-946F-00EEDC02F91B}"/>
          </ac:spMkLst>
        </pc:spChg>
        <pc:spChg chg="add del">
          <ac:chgData name="Денис Аргунов" userId="0d895aff7b94471d" providerId="LiveId" clId="{35879A92-3E9C-48FD-92A7-B4DEA5F2C932}" dt="2025-01-15T16:10:10.060" v="4" actId="478"/>
          <ac:spMkLst>
            <pc:docMk/>
            <pc:sldMk cId="3480625837" sldId="388"/>
            <ac:spMk id="25" creationId="{00000000-0000-0000-0000-000000000000}"/>
          </ac:spMkLst>
        </pc:spChg>
        <pc:graphicFrameChg chg="mod">
          <ac:chgData name="Денис Аргунов" userId="0d895aff7b94471d" providerId="LiveId" clId="{35879A92-3E9C-48FD-92A7-B4DEA5F2C932}" dt="2025-01-15T16:10:25.404" v="12" actId="208"/>
          <ac:graphicFrameMkLst>
            <pc:docMk/>
            <pc:sldMk cId="3480625837" sldId="388"/>
            <ac:graphicFrameMk id="3" creationId="{925AAD1E-176D-4C93-9188-9BDE31C26387}"/>
          </ac:graphicFrameMkLst>
        </pc:graphicFrameChg>
      </pc:sldChg>
      <pc:sldChg chg="addSp delSp modSp add mod ord">
        <pc:chgData name="Денис Аргунов" userId="0d895aff7b94471d" providerId="LiveId" clId="{35879A92-3E9C-48FD-92A7-B4DEA5F2C932}" dt="2025-01-15T17:11:49.628" v="299" actId="14100"/>
        <pc:sldMkLst>
          <pc:docMk/>
          <pc:sldMk cId="2668432127" sldId="389"/>
        </pc:sldMkLst>
        <pc:spChg chg="add mod">
          <ac:chgData name="Денис Аргунов" userId="0d895aff7b94471d" providerId="LiveId" clId="{35879A92-3E9C-48FD-92A7-B4DEA5F2C932}" dt="2025-01-15T17:11:49.628" v="299" actId="14100"/>
          <ac:spMkLst>
            <pc:docMk/>
            <pc:sldMk cId="2668432127" sldId="389"/>
            <ac:spMk id="4" creationId="{E02F2A4A-7BAD-4F06-8F04-BC99BA8ECFDC}"/>
          </ac:spMkLst>
        </pc:spChg>
        <pc:spChg chg="mod">
          <ac:chgData name="Денис Аргунов" userId="0d895aff7b94471d" providerId="LiveId" clId="{35879A92-3E9C-48FD-92A7-B4DEA5F2C932}" dt="2025-01-15T16:12:22.637" v="23" actId="20577"/>
          <ac:spMkLst>
            <pc:docMk/>
            <pc:sldMk cId="2668432127" sldId="389"/>
            <ac:spMk id="25" creationId="{00000000-0000-0000-0000-000000000000}"/>
          </ac:spMkLst>
        </pc:spChg>
        <pc:graphicFrameChg chg="del mod">
          <ac:chgData name="Денис Аргунов" userId="0d895aff7b94471d" providerId="LiveId" clId="{35879A92-3E9C-48FD-92A7-B4DEA5F2C932}" dt="2025-01-15T16:12:25.950" v="25" actId="478"/>
          <ac:graphicFrameMkLst>
            <pc:docMk/>
            <pc:sldMk cId="2668432127" sldId="389"/>
            <ac:graphicFrameMk id="7" creationId="{54285E0A-6A9A-4D2F-9E1F-1347C46A9442}"/>
          </ac:graphicFrameMkLst>
        </pc:graphicFrameChg>
      </pc:sldChg>
      <pc:sldChg chg="modSp add mod">
        <pc:chgData name="Денис Аргунов" userId="0d895aff7b94471d" providerId="LiveId" clId="{35879A92-3E9C-48FD-92A7-B4DEA5F2C932}" dt="2025-01-15T17:11:59.126" v="301" actId="1076"/>
        <pc:sldMkLst>
          <pc:docMk/>
          <pc:sldMk cId="1351477306" sldId="390"/>
        </pc:sldMkLst>
        <pc:spChg chg="mod">
          <ac:chgData name="Денис Аргунов" userId="0d895aff7b94471d" providerId="LiveId" clId="{35879A92-3E9C-48FD-92A7-B4DEA5F2C932}" dt="2025-01-15T17:11:59.126" v="301" actId="1076"/>
          <ac:spMkLst>
            <pc:docMk/>
            <pc:sldMk cId="1351477306" sldId="390"/>
            <ac:spMk id="4" creationId="{E02F2A4A-7BAD-4F06-8F04-BC99BA8ECFDC}"/>
          </ac:spMkLst>
        </pc:spChg>
        <pc:spChg chg="mod">
          <ac:chgData name="Денис Аргунов" userId="0d895aff7b94471d" providerId="LiveId" clId="{35879A92-3E9C-48FD-92A7-B4DEA5F2C932}" dt="2025-01-15T16:35:07.415" v="128" actId="20577"/>
          <ac:spMkLst>
            <pc:docMk/>
            <pc:sldMk cId="1351477306" sldId="390"/>
            <ac:spMk id="25" creationId="{00000000-0000-0000-0000-000000000000}"/>
          </ac:spMkLst>
        </pc:spChg>
      </pc:sldChg>
      <pc:sldChg chg="modSp add del mod ord">
        <pc:chgData name="Денис Аргунов" userId="0d895aff7b94471d" providerId="LiveId" clId="{35879A92-3E9C-48FD-92A7-B4DEA5F2C932}" dt="2025-01-15T17:05:13.535" v="174" actId="2696"/>
        <pc:sldMkLst>
          <pc:docMk/>
          <pc:sldMk cId="702059800" sldId="391"/>
        </pc:sldMkLst>
        <pc:spChg chg="mod">
          <ac:chgData name="Денис Аргунов" userId="0d895aff7b94471d" providerId="LiveId" clId="{35879A92-3E9C-48FD-92A7-B4DEA5F2C932}" dt="2025-01-15T17:04:09.895" v="150" actId="20577"/>
          <ac:spMkLst>
            <pc:docMk/>
            <pc:sldMk cId="702059800" sldId="391"/>
            <ac:spMk id="4" creationId="{E02F2A4A-7BAD-4F06-8F04-BC99BA8ECFDC}"/>
          </ac:spMkLst>
        </pc:spChg>
        <pc:spChg chg="mod">
          <ac:chgData name="Денис Аргунов" userId="0d895aff7b94471d" providerId="LiveId" clId="{35879A92-3E9C-48FD-92A7-B4DEA5F2C932}" dt="2025-01-15T17:05:07.826" v="173" actId="20577"/>
          <ac:spMkLst>
            <pc:docMk/>
            <pc:sldMk cId="702059800" sldId="391"/>
            <ac:spMk id="25" creationId="{00000000-0000-0000-0000-000000000000}"/>
          </ac:spMkLst>
        </pc:spChg>
      </pc:sldChg>
      <pc:sldChg chg="addSp delSp modSp add mod ord modAnim">
        <pc:chgData name="Денис Аргунов" userId="0d895aff7b94471d" providerId="LiveId" clId="{35879A92-3E9C-48FD-92A7-B4DEA5F2C932}" dt="2025-01-15T17:08:13.021" v="245"/>
        <pc:sldMkLst>
          <pc:docMk/>
          <pc:sldMk cId="3869697664" sldId="391"/>
        </pc:sldMkLst>
        <pc:spChg chg="del mod">
          <ac:chgData name="Денис Аргунов" userId="0d895aff7b94471d" providerId="LiveId" clId="{35879A92-3E9C-48FD-92A7-B4DEA5F2C932}" dt="2025-01-15T17:07:09.175" v="178" actId="478"/>
          <ac:spMkLst>
            <pc:docMk/>
            <pc:sldMk cId="3869697664" sldId="391"/>
            <ac:spMk id="4" creationId="{03A23BA9-B865-445B-9CB4-E0F719C3598B}"/>
          </ac:spMkLst>
        </pc:spChg>
        <pc:spChg chg="mod">
          <ac:chgData name="Денис Аргунов" userId="0d895aff7b94471d" providerId="LiveId" clId="{35879A92-3E9C-48FD-92A7-B4DEA5F2C932}" dt="2025-01-15T17:07:55.712" v="243" actId="20577"/>
          <ac:spMkLst>
            <pc:docMk/>
            <pc:sldMk cId="3869697664" sldId="391"/>
            <ac:spMk id="9" creationId="{0BD4FE67-8AC4-429E-946F-00EEDC02F91B}"/>
          </ac:spMkLst>
        </pc:spChg>
        <pc:graphicFrameChg chg="del">
          <ac:chgData name="Денис Аргунов" userId="0d895aff7b94471d" providerId="LiveId" clId="{35879A92-3E9C-48FD-92A7-B4DEA5F2C932}" dt="2025-01-15T17:07:08.097" v="176" actId="478"/>
          <ac:graphicFrameMkLst>
            <pc:docMk/>
            <pc:sldMk cId="3869697664" sldId="391"/>
            <ac:graphicFrameMk id="3" creationId="{925AAD1E-176D-4C93-9188-9BDE31C26387}"/>
          </ac:graphicFrameMkLst>
        </pc:graphicFrameChg>
        <pc:picChg chg="add mod">
          <ac:chgData name="Денис Аргунов" userId="0d895aff7b94471d" providerId="LiveId" clId="{35879A92-3E9C-48FD-92A7-B4DEA5F2C932}" dt="2025-01-15T17:07:37.934" v="181" actId="1076"/>
          <ac:picMkLst>
            <pc:docMk/>
            <pc:sldMk cId="3869697664" sldId="391"/>
            <ac:picMk id="5" creationId="{F066AA89-771F-4963-9309-AA942724F8BB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96382B-5223-4CF4-9A93-B173F912C2D0}" type="doc">
      <dgm:prSet loTypeId="urn:microsoft.com/office/officeart/2005/8/layout/lProcess3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ru-RU"/>
        </a:p>
      </dgm:t>
    </dgm:pt>
    <dgm:pt modelId="{526EB792-3A3F-4453-A136-6287F9F1231F}">
      <dgm:prSet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ru-RU" dirty="0"/>
            <a:t>Название Проектов.</a:t>
          </a:r>
        </a:p>
      </dgm:t>
    </dgm:pt>
    <dgm:pt modelId="{0835AB5E-CC41-42A4-BC85-50F9280C6AB7}" type="parTrans" cxnId="{27BF6F3F-A6A4-4DBB-B3F1-FD0E70E0DDFF}">
      <dgm:prSet/>
      <dgm:spPr/>
      <dgm:t>
        <a:bodyPr/>
        <a:lstStyle/>
        <a:p>
          <a:endParaRPr lang="ru-RU"/>
        </a:p>
      </dgm:t>
    </dgm:pt>
    <dgm:pt modelId="{8C666516-4D7F-4256-8195-9AA0ADA2AC06}" type="sibTrans" cxnId="{27BF6F3F-A6A4-4DBB-B3F1-FD0E70E0DDFF}">
      <dgm:prSet/>
      <dgm:spPr/>
      <dgm:t>
        <a:bodyPr/>
        <a:lstStyle/>
        <a:p>
          <a:endParaRPr lang="ru-RU"/>
        </a:p>
      </dgm:t>
    </dgm:pt>
    <dgm:pt modelId="{F4947F0A-1F21-408F-BA15-086A0FA230B0}">
      <dgm:prSet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ru-RU" dirty="0"/>
            <a:t>Кнопки для входа и регистрации.</a:t>
          </a:r>
        </a:p>
      </dgm:t>
    </dgm:pt>
    <dgm:pt modelId="{ED1A4726-9593-4787-9D33-3D3BFBC330E2}" type="parTrans" cxnId="{BA8283C2-22CF-4FCC-B16D-79349CE9C5EB}">
      <dgm:prSet/>
      <dgm:spPr/>
      <dgm:t>
        <a:bodyPr/>
        <a:lstStyle/>
        <a:p>
          <a:endParaRPr lang="ru-RU"/>
        </a:p>
      </dgm:t>
    </dgm:pt>
    <dgm:pt modelId="{A6DB5E54-1B96-436B-93EC-E44F04077633}" type="sibTrans" cxnId="{BA8283C2-22CF-4FCC-B16D-79349CE9C5EB}">
      <dgm:prSet/>
      <dgm:spPr/>
      <dgm:t>
        <a:bodyPr/>
        <a:lstStyle/>
        <a:p>
          <a:endParaRPr lang="ru-RU"/>
        </a:p>
      </dgm:t>
    </dgm:pt>
    <dgm:pt modelId="{A07E4911-D2DA-446D-A6D9-9A36B1972426}">
      <dgm:prSet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dirty="0"/>
            <a:t>C</a:t>
          </a:r>
          <a:r>
            <a:rPr lang="ru-RU" dirty="0"/>
            <a:t>писок топ-15 проектов по количеству оценок.</a:t>
          </a:r>
        </a:p>
      </dgm:t>
    </dgm:pt>
    <dgm:pt modelId="{1D114DF8-5F4D-4D18-B73A-A3C7F9851AEC}" type="parTrans" cxnId="{EDE44A2D-2794-4178-889F-F6D3A068C176}">
      <dgm:prSet/>
      <dgm:spPr/>
      <dgm:t>
        <a:bodyPr/>
        <a:lstStyle/>
        <a:p>
          <a:endParaRPr lang="ru-RU"/>
        </a:p>
      </dgm:t>
    </dgm:pt>
    <dgm:pt modelId="{B6C0C650-7B7E-4871-8680-A9539F68C25D}" type="sibTrans" cxnId="{EDE44A2D-2794-4178-889F-F6D3A068C176}">
      <dgm:prSet/>
      <dgm:spPr/>
      <dgm:t>
        <a:bodyPr/>
        <a:lstStyle/>
        <a:p>
          <a:endParaRPr lang="ru-RU"/>
        </a:p>
      </dgm:t>
    </dgm:pt>
    <dgm:pt modelId="{0D6F2B80-FEC9-4B0E-AA43-A55741CDFA75}">
      <dgm:prSet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ru-RU" dirty="0"/>
            <a:t>Кнопки для поиска и фильтрации проектов.</a:t>
          </a:r>
        </a:p>
      </dgm:t>
    </dgm:pt>
    <dgm:pt modelId="{ED662E23-7CFC-4916-B859-5046BB3A914B}" type="parTrans" cxnId="{BE6851B4-F6EB-4570-A2BE-2A84E48AB8BA}">
      <dgm:prSet/>
      <dgm:spPr/>
      <dgm:t>
        <a:bodyPr/>
        <a:lstStyle/>
        <a:p>
          <a:endParaRPr lang="ru-RU"/>
        </a:p>
      </dgm:t>
    </dgm:pt>
    <dgm:pt modelId="{F0E381CC-D517-478E-B771-B776BBAF440F}" type="sibTrans" cxnId="{BE6851B4-F6EB-4570-A2BE-2A84E48AB8BA}">
      <dgm:prSet/>
      <dgm:spPr/>
      <dgm:t>
        <a:bodyPr/>
        <a:lstStyle/>
        <a:p>
          <a:endParaRPr lang="ru-RU"/>
        </a:p>
      </dgm:t>
    </dgm:pt>
    <dgm:pt modelId="{CDBCED33-83D2-49BF-A457-A86E1C7AC69D}" type="pres">
      <dgm:prSet presAssocID="{F496382B-5223-4CF4-9A93-B173F912C2D0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6D4100AB-050A-4A23-B338-274560FC64B9}" type="pres">
      <dgm:prSet presAssocID="{526EB792-3A3F-4453-A136-6287F9F1231F}" presName="horFlow" presStyleCnt="0"/>
      <dgm:spPr/>
    </dgm:pt>
    <dgm:pt modelId="{37734B51-2030-4ACE-8457-919D6601ED27}" type="pres">
      <dgm:prSet presAssocID="{526EB792-3A3F-4453-A136-6287F9F1231F}" presName="bigChev" presStyleLbl="node1" presStyleIdx="0" presStyleCnt="4"/>
      <dgm:spPr/>
    </dgm:pt>
    <dgm:pt modelId="{51A857D2-CC58-4C65-BE6D-4CB9B36D60ED}" type="pres">
      <dgm:prSet presAssocID="{526EB792-3A3F-4453-A136-6287F9F1231F}" presName="vSp" presStyleCnt="0"/>
      <dgm:spPr/>
    </dgm:pt>
    <dgm:pt modelId="{8366B5E3-CAB1-484D-A3F3-12507192EF56}" type="pres">
      <dgm:prSet presAssocID="{F4947F0A-1F21-408F-BA15-086A0FA230B0}" presName="horFlow" presStyleCnt="0"/>
      <dgm:spPr/>
    </dgm:pt>
    <dgm:pt modelId="{91990044-9497-4335-A6E3-FE45E466316F}" type="pres">
      <dgm:prSet presAssocID="{F4947F0A-1F21-408F-BA15-086A0FA230B0}" presName="bigChev" presStyleLbl="node1" presStyleIdx="1" presStyleCnt="4"/>
      <dgm:spPr/>
    </dgm:pt>
    <dgm:pt modelId="{74245098-9248-4205-A6E3-C6AC027AD058}" type="pres">
      <dgm:prSet presAssocID="{F4947F0A-1F21-408F-BA15-086A0FA230B0}" presName="vSp" presStyleCnt="0"/>
      <dgm:spPr/>
    </dgm:pt>
    <dgm:pt modelId="{310A5BCF-C148-491C-87C7-21B1E262F7C9}" type="pres">
      <dgm:prSet presAssocID="{A07E4911-D2DA-446D-A6D9-9A36B1972426}" presName="horFlow" presStyleCnt="0"/>
      <dgm:spPr/>
    </dgm:pt>
    <dgm:pt modelId="{44FE73FC-07D3-4EA8-8EC6-EDE0771B2638}" type="pres">
      <dgm:prSet presAssocID="{A07E4911-D2DA-446D-A6D9-9A36B1972426}" presName="bigChev" presStyleLbl="node1" presStyleIdx="2" presStyleCnt="4"/>
      <dgm:spPr/>
    </dgm:pt>
    <dgm:pt modelId="{AF519A2D-63A9-41FC-BD24-1FA4E4233CDA}" type="pres">
      <dgm:prSet presAssocID="{A07E4911-D2DA-446D-A6D9-9A36B1972426}" presName="vSp" presStyleCnt="0"/>
      <dgm:spPr/>
    </dgm:pt>
    <dgm:pt modelId="{DA750FDF-F6F4-4202-A883-A7BE926CB1FF}" type="pres">
      <dgm:prSet presAssocID="{0D6F2B80-FEC9-4B0E-AA43-A55741CDFA75}" presName="horFlow" presStyleCnt="0"/>
      <dgm:spPr/>
    </dgm:pt>
    <dgm:pt modelId="{3A4B822C-1991-4E1F-A3A7-E9B71FDA7A74}" type="pres">
      <dgm:prSet presAssocID="{0D6F2B80-FEC9-4B0E-AA43-A55741CDFA75}" presName="bigChev" presStyleLbl="node1" presStyleIdx="3" presStyleCnt="4"/>
      <dgm:spPr/>
    </dgm:pt>
  </dgm:ptLst>
  <dgm:cxnLst>
    <dgm:cxn modelId="{DAC28205-194C-4675-AD60-71DDF1A6F340}" type="presOf" srcId="{0D6F2B80-FEC9-4B0E-AA43-A55741CDFA75}" destId="{3A4B822C-1991-4E1F-A3A7-E9B71FDA7A74}" srcOrd="0" destOrd="0" presId="urn:microsoft.com/office/officeart/2005/8/layout/lProcess3"/>
    <dgm:cxn modelId="{59E5FB15-B2AB-490A-9D68-E5977EE159D8}" type="presOf" srcId="{F4947F0A-1F21-408F-BA15-086A0FA230B0}" destId="{91990044-9497-4335-A6E3-FE45E466316F}" srcOrd="0" destOrd="0" presId="urn:microsoft.com/office/officeart/2005/8/layout/lProcess3"/>
    <dgm:cxn modelId="{EDE44A2D-2794-4178-889F-F6D3A068C176}" srcId="{F496382B-5223-4CF4-9A93-B173F912C2D0}" destId="{A07E4911-D2DA-446D-A6D9-9A36B1972426}" srcOrd="2" destOrd="0" parTransId="{1D114DF8-5F4D-4D18-B73A-A3C7F9851AEC}" sibTransId="{B6C0C650-7B7E-4871-8680-A9539F68C25D}"/>
    <dgm:cxn modelId="{27BF6F3F-A6A4-4DBB-B3F1-FD0E70E0DDFF}" srcId="{F496382B-5223-4CF4-9A93-B173F912C2D0}" destId="{526EB792-3A3F-4453-A136-6287F9F1231F}" srcOrd="0" destOrd="0" parTransId="{0835AB5E-CC41-42A4-BC85-50F9280C6AB7}" sibTransId="{8C666516-4D7F-4256-8195-9AA0ADA2AC06}"/>
    <dgm:cxn modelId="{52A0DB88-8EE0-4144-9A04-6D9E45983DB8}" type="presOf" srcId="{526EB792-3A3F-4453-A136-6287F9F1231F}" destId="{37734B51-2030-4ACE-8457-919D6601ED27}" srcOrd="0" destOrd="0" presId="urn:microsoft.com/office/officeart/2005/8/layout/lProcess3"/>
    <dgm:cxn modelId="{5C72AEAF-2EB3-40D9-9CD2-F0EDAEB73461}" type="presOf" srcId="{F496382B-5223-4CF4-9A93-B173F912C2D0}" destId="{CDBCED33-83D2-49BF-A457-A86E1C7AC69D}" srcOrd="0" destOrd="0" presId="urn:microsoft.com/office/officeart/2005/8/layout/lProcess3"/>
    <dgm:cxn modelId="{BE6851B4-F6EB-4570-A2BE-2A84E48AB8BA}" srcId="{F496382B-5223-4CF4-9A93-B173F912C2D0}" destId="{0D6F2B80-FEC9-4B0E-AA43-A55741CDFA75}" srcOrd="3" destOrd="0" parTransId="{ED662E23-7CFC-4916-B859-5046BB3A914B}" sibTransId="{F0E381CC-D517-478E-B771-B776BBAF440F}"/>
    <dgm:cxn modelId="{BA8283C2-22CF-4FCC-B16D-79349CE9C5EB}" srcId="{F496382B-5223-4CF4-9A93-B173F912C2D0}" destId="{F4947F0A-1F21-408F-BA15-086A0FA230B0}" srcOrd="1" destOrd="0" parTransId="{ED1A4726-9593-4787-9D33-3D3BFBC330E2}" sibTransId="{A6DB5E54-1B96-436B-93EC-E44F04077633}"/>
    <dgm:cxn modelId="{936EE1CE-65D9-4E7B-8687-30A7003D1E0C}" type="presOf" srcId="{A07E4911-D2DA-446D-A6D9-9A36B1972426}" destId="{44FE73FC-07D3-4EA8-8EC6-EDE0771B2638}" srcOrd="0" destOrd="0" presId="urn:microsoft.com/office/officeart/2005/8/layout/lProcess3"/>
    <dgm:cxn modelId="{9AD6A426-180D-4085-94FA-092B14293786}" type="presParOf" srcId="{CDBCED33-83D2-49BF-A457-A86E1C7AC69D}" destId="{6D4100AB-050A-4A23-B338-274560FC64B9}" srcOrd="0" destOrd="0" presId="urn:microsoft.com/office/officeart/2005/8/layout/lProcess3"/>
    <dgm:cxn modelId="{A2A3F78D-222A-4465-AD81-6DD35A1C7DF5}" type="presParOf" srcId="{6D4100AB-050A-4A23-B338-274560FC64B9}" destId="{37734B51-2030-4ACE-8457-919D6601ED27}" srcOrd="0" destOrd="0" presId="urn:microsoft.com/office/officeart/2005/8/layout/lProcess3"/>
    <dgm:cxn modelId="{C60234EA-E583-4275-886B-7C6FF3429338}" type="presParOf" srcId="{CDBCED33-83D2-49BF-A457-A86E1C7AC69D}" destId="{51A857D2-CC58-4C65-BE6D-4CB9B36D60ED}" srcOrd="1" destOrd="0" presId="urn:microsoft.com/office/officeart/2005/8/layout/lProcess3"/>
    <dgm:cxn modelId="{C288105C-EEC4-4ED4-8427-6ACF7C7D6A53}" type="presParOf" srcId="{CDBCED33-83D2-49BF-A457-A86E1C7AC69D}" destId="{8366B5E3-CAB1-484D-A3F3-12507192EF56}" srcOrd="2" destOrd="0" presId="urn:microsoft.com/office/officeart/2005/8/layout/lProcess3"/>
    <dgm:cxn modelId="{81B45FC0-2C31-4E17-BB3F-484302F08249}" type="presParOf" srcId="{8366B5E3-CAB1-484D-A3F3-12507192EF56}" destId="{91990044-9497-4335-A6E3-FE45E466316F}" srcOrd="0" destOrd="0" presId="urn:microsoft.com/office/officeart/2005/8/layout/lProcess3"/>
    <dgm:cxn modelId="{6317A55A-D9F3-4A6C-90F0-558D7A087775}" type="presParOf" srcId="{CDBCED33-83D2-49BF-A457-A86E1C7AC69D}" destId="{74245098-9248-4205-A6E3-C6AC027AD058}" srcOrd="3" destOrd="0" presId="urn:microsoft.com/office/officeart/2005/8/layout/lProcess3"/>
    <dgm:cxn modelId="{8C9D2645-778E-4683-9467-8CEF1B29B8EA}" type="presParOf" srcId="{CDBCED33-83D2-49BF-A457-A86E1C7AC69D}" destId="{310A5BCF-C148-491C-87C7-21B1E262F7C9}" srcOrd="4" destOrd="0" presId="urn:microsoft.com/office/officeart/2005/8/layout/lProcess3"/>
    <dgm:cxn modelId="{37A0370B-25B3-4F00-9340-1A7F013B9397}" type="presParOf" srcId="{310A5BCF-C148-491C-87C7-21B1E262F7C9}" destId="{44FE73FC-07D3-4EA8-8EC6-EDE0771B2638}" srcOrd="0" destOrd="0" presId="urn:microsoft.com/office/officeart/2005/8/layout/lProcess3"/>
    <dgm:cxn modelId="{0D1AEEFA-BCBC-4E61-937C-3A06B182D044}" type="presParOf" srcId="{CDBCED33-83D2-49BF-A457-A86E1C7AC69D}" destId="{AF519A2D-63A9-41FC-BD24-1FA4E4233CDA}" srcOrd="5" destOrd="0" presId="urn:microsoft.com/office/officeart/2005/8/layout/lProcess3"/>
    <dgm:cxn modelId="{F642D4B1-9BFD-42D4-AAB7-79ED49003AF8}" type="presParOf" srcId="{CDBCED33-83D2-49BF-A457-A86E1C7AC69D}" destId="{DA750FDF-F6F4-4202-A883-A7BE926CB1FF}" srcOrd="6" destOrd="0" presId="urn:microsoft.com/office/officeart/2005/8/layout/lProcess3"/>
    <dgm:cxn modelId="{3EA4CBA0-3661-4568-98CA-A356245A19C1}" type="presParOf" srcId="{DA750FDF-F6F4-4202-A883-A7BE926CB1FF}" destId="{3A4B822C-1991-4E1F-A3A7-E9B71FDA7A74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22839E-B2E5-4A8E-ACA4-196AA4715E29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8954D183-C8A8-478F-B1C9-073B327B96A3}">
      <dgm:prSet phldrT="[Текст]"/>
      <dgm:spPr/>
      <dgm:t>
        <a:bodyPr/>
        <a:lstStyle/>
        <a:p>
          <a:r>
            <a:rPr lang="ru-RU" b="1" dirty="0"/>
            <a:t>Удобный, понятный и красивый интерфейс с эффектом </a:t>
          </a:r>
          <a:r>
            <a:rPr lang="ru-RU" b="1" dirty="0" err="1"/>
            <a:t>liquid</a:t>
          </a:r>
          <a:r>
            <a:rPr lang="ru-RU" b="1" dirty="0"/>
            <a:t> </a:t>
          </a:r>
          <a:r>
            <a:rPr lang="ru-RU" b="1" dirty="0" err="1"/>
            <a:t>glass</a:t>
          </a:r>
          <a:r>
            <a:rPr lang="ru-RU" b="1" dirty="0"/>
            <a:t>.</a:t>
          </a:r>
          <a:endParaRPr lang="ru-RU" dirty="0"/>
        </a:p>
      </dgm:t>
    </dgm:pt>
    <dgm:pt modelId="{3448947B-3DD8-4ADF-8003-E9B357E7EE7F}" type="parTrans" cxnId="{9903EA3F-C260-4702-BD9C-4639916FA692}">
      <dgm:prSet/>
      <dgm:spPr/>
      <dgm:t>
        <a:bodyPr/>
        <a:lstStyle/>
        <a:p>
          <a:endParaRPr lang="ru-RU"/>
        </a:p>
      </dgm:t>
    </dgm:pt>
    <dgm:pt modelId="{CC5C1B97-B85E-4AE7-A17A-B15C8147E4DD}" type="sibTrans" cxnId="{9903EA3F-C260-4702-BD9C-4639916FA692}">
      <dgm:prSet/>
      <dgm:spPr/>
      <dgm:t>
        <a:bodyPr/>
        <a:lstStyle/>
        <a:p>
          <a:endParaRPr lang="ru-RU"/>
        </a:p>
      </dgm:t>
    </dgm:pt>
    <dgm:pt modelId="{219E8264-0F87-4B2B-9CFE-DF874DC5B322}">
      <dgm:prSet phldrT="[Текст]"/>
      <dgm:spPr/>
      <dgm:t>
        <a:bodyPr/>
        <a:lstStyle/>
        <a:p>
          <a:r>
            <a:rPr lang="ru-RU" b="1" dirty="0"/>
            <a:t>Совмещение ключевых функций: управление проектами, задачи и коммуникация.</a:t>
          </a:r>
          <a:endParaRPr lang="ru-RU" dirty="0"/>
        </a:p>
      </dgm:t>
    </dgm:pt>
    <dgm:pt modelId="{CC3C6D19-C5FD-43B5-AB43-A5830368EFC2}" type="parTrans" cxnId="{8F95EBB3-6711-4CCF-9479-316CBD027D5F}">
      <dgm:prSet/>
      <dgm:spPr/>
      <dgm:t>
        <a:bodyPr/>
        <a:lstStyle/>
        <a:p>
          <a:endParaRPr lang="ru-RU"/>
        </a:p>
      </dgm:t>
    </dgm:pt>
    <dgm:pt modelId="{C8F43569-A3A5-405F-BA56-4BC4AB6F0239}" type="sibTrans" cxnId="{8F95EBB3-6711-4CCF-9479-316CBD027D5F}">
      <dgm:prSet/>
      <dgm:spPr/>
      <dgm:t>
        <a:bodyPr/>
        <a:lstStyle/>
        <a:p>
          <a:endParaRPr lang="ru-RU"/>
        </a:p>
      </dgm:t>
    </dgm:pt>
    <dgm:pt modelId="{04EE2C64-9C45-4594-9461-4E72C62D1874}">
      <dgm:prSet phldrT="[Текст]"/>
      <dgm:spPr/>
      <dgm:t>
        <a:bodyPr/>
        <a:lstStyle/>
        <a:p>
          <a:r>
            <a:rPr lang="ru-RU" b="1" dirty="0"/>
            <a:t>Использование современных технологий для реализации (</a:t>
          </a:r>
          <a:r>
            <a:rPr lang="ru-RU" b="1" dirty="0" err="1"/>
            <a:t>Django</a:t>
          </a:r>
          <a:r>
            <a:rPr lang="ru-RU" b="1" dirty="0"/>
            <a:t>, MySQL, </a:t>
          </a:r>
          <a:r>
            <a:rPr lang="ru-RU" b="1" dirty="0" err="1"/>
            <a:t>Tailwind</a:t>
          </a:r>
          <a:r>
            <a:rPr lang="ru-RU" b="1" dirty="0"/>
            <a:t> CSS).</a:t>
          </a:r>
          <a:endParaRPr lang="ru-RU" dirty="0"/>
        </a:p>
      </dgm:t>
    </dgm:pt>
    <dgm:pt modelId="{DF1FA304-D9E8-4EB6-A9E7-B9A4832C4A1B}" type="parTrans" cxnId="{3A4EEB79-CB39-43F3-8380-EDF9332D17AA}">
      <dgm:prSet/>
      <dgm:spPr/>
      <dgm:t>
        <a:bodyPr/>
        <a:lstStyle/>
        <a:p>
          <a:endParaRPr lang="ru-RU"/>
        </a:p>
      </dgm:t>
    </dgm:pt>
    <dgm:pt modelId="{CA2C6D17-2E78-4874-B949-9AEC6E78238D}" type="sibTrans" cxnId="{3A4EEB79-CB39-43F3-8380-EDF9332D17AA}">
      <dgm:prSet/>
      <dgm:spPr/>
      <dgm:t>
        <a:bodyPr/>
        <a:lstStyle/>
        <a:p>
          <a:endParaRPr lang="ru-RU"/>
        </a:p>
      </dgm:t>
    </dgm:pt>
    <dgm:pt modelId="{9FBF3DDA-4D55-41A5-967C-17545A9CC81E}" type="pres">
      <dgm:prSet presAssocID="{C822839E-B2E5-4A8E-ACA4-196AA4715E29}" presName="Name0" presStyleCnt="0">
        <dgm:presLayoutVars>
          <dgm:chMax val="7"/>
          <dgm:chPref val="7"/>
          <dgm:dir/>
        </dgm:presLayoutVars>
      </dgm:prSet>
      <dgm:spPr/>
    </dgm:pt>
    <dgm:pt modelId="{A023ECD8-6C71-4628-9C67-3DC2EF8A9A4F}" type="pres">
      <dgm:prSet presAssocID="{C822839E-B2E5-4A8E-ACA4-196AA4715E29}" presName="Name1" presStyleCnt="0"/>
      <dgm:spPr/>
    </dgm:pt>
    <dgm:pt modelId="{937FA479-27A1-4E7C-AC8C-85B9F477E591}" type="pres">
      <dgm:prSet presAssocID="{C822839E-B2E5-4A8E-ACA4-196AA4715E29}" presName="cycle" presStyleCnt="0"/>
      <dgm:spPr/>
    </dgm:pt>
    <dgm:pt modelId="{A9E99A2E-10F0-4A01-852D-D79CA9B1A11F}" type="pres">
      <dgm:prSet presAssocID="{C822839E-B2E5-4A8E-ACA4-196AA4715E29}" presName="srcNode" presStyleLbl="node1" presStyleIdx="0" presStyleCnt="3"/>
      <dgm:spPr/>
    </dgm:pt>
    <dgm:pt modelId="{9F4FF1AC-5DBD-4B2F-B633-44297C816AD3}" type="pres">
      <dgm:prSet presAssocID="{C822839E-B2E5-4A8E-ACA4-196AA4715E29}" presName="conn" presStyleLbl="parChTrans1D2" presStyleIdx="0" presStyleCnt="1"/>
      <dgm:spPr/>
    </dgm:pt>
    <dgm:pt modelId="{F27E2592-6C72-4536-BFF7-52C29F2B6A68}" type="pres">
      <dgm:prSet presAssocID="{C822839E-B2E5-4A8E-ACA4-196AA4715E29}" presName="extraNode" presStyleLbl="node1" presStyleIdx="0" presStyleCnt="3"/>
      <dgm:spPr/>
    </dgm:pt>
    <dgm:pt modelId="{FA4F43A8-6310-4C50-8304-0DFE74058EB5}" type="pres">
      <dgm:prSet presAssocID="{C822839E-B2E5-4A8E-ACA4-196AA4715E29}" presName="dstNode" presStyleLbl="node1" presStyleIdx="0" presStyleCnt="3"/>
      <dgm:spPr/>
    </dgm:pt>
    <dgm:pt modelId="{F04EFA5A-FD4A-40A9-B03D-1668DD4768CB}" type="pres">
      <dgm:prSet presAssocID="{219E8264-0F87-4B2B-9CFE-DF874DC5B322}" presName="text_1" presStyleLbl="node1" presStyleIdx="0" presStyleCnt="3">
        <dgm:presLayoutVars>
          <dgm:bulletEnabled val="1"/>
        </dgm:presLayoutVars>
      </dgm:prSet>
      <dgm:spPr/>
    </dgm:pt>
    <dgm:pt modelId="{4CB8E3F1-D44B-4A26-9EFF-689796C51617}" type="pres">
      <dgm:prSet presAssocID="{219E8264-0F87-4B2B-9CFE-DF874DC5B322}" presName="accent_1" presStyleCnt="0"/>
      <dgm:spPr/>
    </dgm:pt>
    <dgm:pt modelId="{56C4CDBD-3CA9-4A0F-8CC6-522A50B979D0}" type="pres">
      <dgm:prSet presAssocID="{219E8264-0F87-4B2B-9CFE-DF874DC5B322}" presName="accentRepeatNode" presStyleLbl="solidFgAcc1" presStyleIdx="0" presStyleCnt="3"/>
      <dgm:spPr/>
    </dgm:pt>
    <dgm:pt modelId="{47FBD8B7-FF19-4C09-A17C-F5E8028EFBE5}" type="pres">
      <dgm:prSet presAssocID="{04EE2C64-9C45-4594-9461-4E72C62D1874}" presName="text_2" presStyleLbl="node1" presStyleIdx="1" presStyleCnt="3">
        <dgm:presLayoutVars>
          <dgm:bulletEnabled val="1"/>
        </dgm:presLayoutVars>
      </dgm:prSet>
      <dgm:spPr/>
    </dgm:pt>
    <dgm:pt modelId="{1A14898E-F51C-4B5E-8863-1CC4AB3B705C}" type="pres">
      <dgm:prSet presAssocID="{04EE2C64-9C45-4594-9461-4E72C62D1874}" presName="accent_2" presStyleCnt="0"/>
      <dgm:spPr/>
    </dgm:pt>
    <dgm:pt modelId="{F96ED931-C454-431B-A258-4D3BBDAD6684}" type="pres">
      <dgm:prSet presAssocID="{04EE2C64-9C45-4594-9461-4E72C62D1874}" presName="accentRepeatNode" presStyleLbl="solidFgAcc1" presStyleIdx="1" presStyleCnt="3"/>
      <dgm:spPr/>
    </dgm:pt>
    <dgm:pt modelId="{87CC3784-9333-472C-82A5-40E1B2E48355}" type="pres">
      <dgm:prSet presAssocID="{8954D183-C8A8-478F-B1C9-073B327B96A3}" presName="text_3" presStyleLbl="node1" presStyleIdx="2" presStyleCnt="3">
        <dgm:presLayoutVars>
          <dgm:bulletEnabled val="1"/>
        </dgm:presLayoutVars>
      </dgm:prSet>
      <dgm:spPr/>
    </dgm:pt>
    <dgm:pt modelId="{DA9B03B6-D186-4A57-94D6-9053FE9FAB30}" type="pres">
      <dgm:prSet presAssocID="{8954D183-C8A8-478F-B1C9-073B327B96A3}" presName="accent_3" presStyleCnt="0"/>
      <dgm:spPr/>
    </dgm:pt>
    <dgm:pt modelId="{F44CB355-78CB-4F8F-A2BF-2A62AD8823FC}" type="pres">
      <dgm:prSet presAssocID="{8954D183-C8A8-478F-B1C9-073B327B96A3}" presName="accentRepeatNode" presStyleLbl="solidFgAcc1" presStyleIdx="2" presStyleCnt="3"/>
      <dgm:spPr/>
    </dgm:pt>
  </dgm:ptLst>
  <dgm:cxnLst>
    <dgm:cxn modelId="{FD63BD04-D5A0-4572-AC97-B3391562284E}" type="presOf" srcId="{04EE2C64-9C45-4594-9461-4E72C62D1874}" destId="{47FBD8B7-FF19-4C09-A17C-F5E8028EFBE5}" srcOrd="0" destOrd="0" presId="urn:microsoft.com/office/officeart/2008/layout/VerticalCurvedList"/>
    <dgm:cxn modelId="{9903EA3F-C260-4702-BD9C-4639916FA692}" srcId="{C822839E-B2E5-4A8E-ACA4-196AA4715E29}" destId="{8954D183-C8A8-478F-B1C9-073B327B96A3}" srcOrd="2" destOrd="0" parTransId="{3448947B-3DD8-4ADF-8003-E9B357E7EE7F}" sibTransId="{CC5C1B97-B85E-4AE7-A17A-B15C8147E4DD}"/>
    <dgm:cxn modelId="{3A4EEB79-CB39-43F3-8380-EDF9332D17AA}" srcId="{C822839E-B2E5-4A8E-ACA4-196AA4715E29}" destId="{04EE2C64-9C45-4594-9461-4E72C62D1874}" srcOrd="1" destOrd="0" parTransId="{DF1FA304-D9E8-4EB6-A9E7-B9A4832C4A1B}" sibTransId="{CA2C6D17-2E78-4874-B949-9AEC6E78238D}"/>
    <dgm:cxn modelId="{0C9A9993-ED6F-43B7-8F91-569DDE7D8A57}" type="presOf" srcId="{C822839E-B2E5-4A8E-ACA4-196AA4715E29}" destId="{9FBF3DDA-4D55-41A5-967C-17545A9CC81E}" srcOrd="0" destOrd="0" presId="urn:microsoft.com/office/officeart/2008/layout/VerticalCurvedList"/>
    <dgm:cxn modelId="{3D19B3A4-9A5B-4A34-B18B-CCFBDEA6D7E4}" type="presOf" srcId="{C8F43569-A3A5-405F-BA56-4BC4AB6F0239}" destId="{9F4FF1AC-5DBD-4B2F-B633-44297C816AD3}" srcOrd="0" destOrd="0" presId="urn:microsoft.com/office/officeart/2008/layout/VerticalCurvedList"/>
    <dgm:cxn modelId="{8CEC74B1-6B20-4F77-A9A5-C64A157D2DBB}" type="presOf" srcId="{8954D183-C8A8-478F-B1C9-073B327B96A3}" destId="{87CC3784-9333-472C-82A5-40E1B2E48355}" srcOrd="0" destOrd="0" presId="urn:microsoft.com/office/officeart/2008/layout/VerticalCurvedList"/>
    <dgm:cxn modelId="{8F95EBB3-6711-4CCF-9479-316CBD027D5F}" srcId="{C822839E-B2E5-4A8E-ACA4-196AA4715E29}" destId="{219E8264-0F87-4B2B-9CFE-DF874DC5B322}" srcOrd="0" destOrd="0" parTransId="{CC3C6D19-C5FD-43B5-AB43-A5830368EFC2}" sibTransId="{C8F43569-A3A5-405F-BA56-4BC4AB6F0239}"/>
    <dgm:cxn modelId="{160CD3FC-4F72-4B16-AAE4-CEBD04A96940}" type="presOf" srcId="{219E8264-0F87-4B2B-9CFE-DF874DC5B322}" destId="{F04EFA5A-FD4A-40A9-B03D-1668DD4768CB}" srcOrd="0" destOrd="0" presId="urn:microsoft.com/office/officeart/2008/layout/VerticalCurvedList"/>
    <dgm:cxn modelId="{899CA497-6001-4D8C-BAA8-6B86BD0E9F11}" type="presParOf" srcId="{9FBF3DDA-4D55-41A5-967C-17545A9CC81E}" destId="{A023ECD8-6C71-4628-9C67-3DC2EF8A9A4F}" srcOrd="0" destOrd="0" presId="urn:microsoft.com/office/officeart/2008/layout/VerticalCurvedList"/>
    <dgm:cxn modelId="{E1821EDE-7891-4FB3-98EA-F1854E6CF41E}" type="presParOf" srcId="{A023ECD8-6C71-4628-9C67-3DC2EF8A9A4F}" destId="{937FA479-27A1-4E7C-AC8C-85B9F477E591}" srcOrd="0" destOrd="0" presId="urn:microsoft.com/office/officeart/2008/layout/VerticalCurvedList"/>
    <dgm:cxn modelId="{C45FA448-87C1-4383-A0A4-32C9C9678C7A}" type="presParOf" srcId="{937FA479-27A1-4E7C-AC8C-85B9F477E591}" destId="{A9E99A2E-10F0-4A01-852D-D79CA9B1A11F}" srcOrd="0" destOrd="0" presId="urn:microsoft.com/office/officeart/2008/layout/VerticalCurvedList"/>
    <dgm:cxn modelId="{2D8894AF-917E-4C85-A4ED-89BECC27A107}" type="presParOf" srcId="{937FA479-27A1-4E7C-AC8C-85B9F477E591}" destId="{9F4FF1AC-5DBD-4B2F-B633-44297C816AD3}" srcOrd="1" destOrd="0" presId="urn:microsoft.com/office/officeart/2008/layout/VerticalCurvedList"/>
    <dgm:cxn modelId="{F33096D0-E60D-4757-93E0-A01269BD3F23}" type="presParOf" srcId="{937FA479-27A1-4E7C-AC8C-85B9F477E591}" destId="{F27E2592-6C72-4536-BFF7-52C29F2B6A68}" srcOrd="2" destOrd="0" presId="urn:microsoft.com/office/officeart/2008/layout/VerticalCurvedList"/>
    <dgm:cxn modelId="{BCFED135-EA86-4343-B109-D5D8A5CA3716}" type="presParOf" srcId="{937FA479-27A1-4E7C-AC8C-85B9F477E591}" destId="{FA4F43A8-6310-4C50-8304-0DFE74058EB5}" srcOrd="3" destOrd="0" presId="urn:microsoft.com/office/officeart/2008/layout/VerticalCurvedList"/>
    <dgm:cxn modelId="{5EAA8986-5B17-494B-BB56-14B03D6ABAF7}" type="presParOf" srcId="{A023ECD8-6C71-4628-9C67-3DC2EF8A9A4F}" destId="{F04EFA5A-FD4A-40A9-B03D-1668DD4768CB}" srcOrd="1" destOrd="0" presId="urn:microsoft.com/office/officeart/2008/layout/VerticalCurvedList"/>
    <dgm:cxn modelId="{E026AC49-A1B2-4E80-89A4-50CD898E4B12}" type="presParOf" srcId="{A023ECD8-6C71-4628-9C67-3DC2EF8A9A4F}" destId="{4CB8E3F1-D44B-4A26-9EFF-689796C51617}" srcOrd="2" destOrd="0" presId="urn:microsoft.com/office/officeart/2008/layout/VerticalCurvedList"/>
    <dgm:cxn modelId="{A27602B0-9678-4D3E-BEB0-364FFA60CF1F}" type="presParOf" srcId="{4CB8E3F1-D44B-4A26-9EFF-689796C51617}" destId="{56C4CDBD-3CA9-4A0F-8CC6-522A50B979D0}" srcOrd="0" destOrd="0" presId="urn:microsoft.com/office/officeart/2008/layout/VerticalCurvedList"/>
    <dgm:cxn modelId="{802896A3-462A-47B5-B406-FC7BB8153858}" type="presParOf" srcId="{A023ECD8-6C71-4628-9C67-3DC2EF8A9A4F}" destId="{47FBD8B7-FF19-4C09-A17C-F5E8028EFBE5}" srcOrd="3" destOrd="0" presId="urn:microsoft.com/office/officeart/2008/layout/VerticalCurvedList"/>
    <dgm:cxn modelId="{2CED6475-C9D1-40B4-A6AB-13F389E04300}" type="presParOf" srcId="{A023ECD8-6C71-4628-9C67-3DC2EF8A9A4F}" destId="{1A14898E-F51C-4B5E-8863-1CC4AB3B705C}" srcOrd="4" destOrd="0" presId="urn:microsoft.com/office/officeart/2008/layout/VerticalCurvedList"/>
    <dgm:cxn modelId="{8B24FD5F-A528-450D-82CC-3DBAE6A3C2D5}" type="presParOf" srcId="{1A14898E-F51C-4B5E-8863-1CC4AB3B705C}" destId="{F96ED931-C454-431B-A258-4D3BBDAD6684}" srcOrd="0" destOrd="0" presId="urn:microsoft.com/office/officeart/2008/layout/VerticalCurvedList"/>
    <dgm:cxn modelId="{CF55E8D3-5D44-4EBA-A1B1-2308564D3786}" type="presParOf" srcId="{A023ECD8-6C71-4628-9C67-3DC2EF8A9A4F}" destId="{87CC3784-9333-472C-82A5-40E1B2E48355}" srcOrd="5" destOrd="0" presId="urn:microsoft.com/office/officeart/2008/layout/VerticalCurvedList"/>
    <dgm:cxn modelId="{87861AC9-6A3C-40B2-9132-2D1A2917A9C5}" type="presParOf" srcId="{A023ECD8-6C71-4628-9C67-3DC2EF8A9A4F}" destId="{DA9B03B6-D186-4A57-94D6-9053FE9FAB30}" srcOrd="6" destOrd="0" presId="urn:microsoft.com/office/officeart/2008/layout/VerticalCurvedList"/>
    <dgm:cxn modelId="{6E20B60D-DBBC-4197-936F-609B8EA969F7}" type="presParOf" srcId="{DA9B03B6-D186-4A57-94D6-9053FE9FAB30}" destId="{F44CB355-78CB-4F8F-A2BF-2A62AD8823F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34B51-2030-4ACE-8457-919D6601ED27}">
      <dsp:nvSpPr>
        <dsp:cNvPr id="0" name=""/>
        <dsp:cNvSpPr/>
      </dsp:nvSpPr>
      <dsp:spPr>
        <a:xfrm>
          <a:off x="401901" y="2411"/>
          <a:ext cx="2256027" cy="902411"/>
        </a:xfrm>
        <a:prstGeom prst="chevron">
          <a:avLst/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Название Проектов.</a:t>
          </a:r>
        </a:p>
      </dsp:txBody>
      <dsp:txXfrm>
        <a:off x="853107" y="2411"/>
        <a:ext cx="1353616" cy="902411"/>
      </dsp:txXfrm>
    </dsp:sp>
    <dsp:sp modelId="{91990044-9497-4335-A6E3-FE45E466316F}">
      <dsp:nvSpPr>
        <dsp:cNvPr id="0" name=""/>
        <dsp:cNvSpPr/>
      </dsp:nvSpPr>
      <dsp:spPr>
        <a:xfrm>
          <a:off x="401901" y="1031160"/>
          <a:ext cx="2256027" cy="902411"/>
        </a:xfrm>
        <a:prstGeom prst="chevron">
          <a:avLst/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Кнопки для входа и регистрации.</a:t>
          </a:r>
        </a:p>
      </dsp:txBody>
      <dsp:txXfrm>
        <a:off x="853107" y="1031160"/>
        <a:ext cx="1353616" cy="902411"/>
      </dsp:txXfrm>
    </dsp:sp>
    <dsp:sp modelId="{44FE73FC-07D3-4EA8-8EC6-EDE0771B2638}">
      <dsp:nvSpPr>
        <dsp:cNvPr id="0" name=""/>
        <dsp:cNvSpPr/>
      </dsp:nvSpPr>
      <dsp:spPr>
        <a:xfrm>
          <a:off x="401901" y="2059908"/>
          <a:ext cx="2256027" cy="902411"/>
        </a:xfrm>
        <a:prstGeom prst="chevron">
          <a:avLst/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</a:t>
          </a:r>
          <a:r>
            <a:rPr lang="ru-RU" sz="1500" kern="1200" dirty="0"/>
            <a:t>писок топ-15 проектов по количеству оценок.</a:t>
          </a:r>
        </a:p>
      </dsp:txBody>
      <dsp:txXfrm>
        <a:off x="853107" y="2059908"/>
        <a:ext cx="1353616" cy="902411"/>
      </dsp:txXfrm>
    </dsp:sp>
    <dsp:sp modelId="{3A4B822C-1991-4E1F-A3A7-E9B71FDA7A74}">
      <dsp:nvSpPr>
        <dsp:cNvPr id="0" name=""/>
        <dsp:cNvSpPr/>
      </dsp:nvSpPr>
      <dsp:spPr>
        <a:xfrm>
          <a:off x="401901" y="3088657"/>
          <a:ext cx="2256027" cy="902411"/>
        </a:xfrm>
        <a:prstGeom prst="chevron">
          <a:avLst/>
        </a:prstGeom>
        <a:solidFill>
          <a:schemeClr val="bg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Кнопки для поиска и фильтрации проектов.</a:t>
          </a:r>
        </a:p>
      </dsp:txBody>
      <dsp:txXfrm>
        <a:off x="853107" y="3088657"/>
        <a:ext cx="1353616" cy="9024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4FF1AC-5DBD-4B2F-B633-44297C816AD3}">
      <dsp:nvSpPr>
        <dsp:cNvPr id="0" name=""/>
        <dsp:cNvSpPr/>
      </dsp:nvSpPr>
      <dsp:spPr>
        <a:xfrm>
          <a:off x="-4102042" y="-629566"/>
          <a:ext cx="4888006" cy="4888006"/>
        </a:xfrm>
        <a:prstGeom prst="blockArc">
          <a:avLst>
            <a:gd name="adj1" fmla="val 18900000"/>
            <a:gd name="adj2" fmla="val 2700000"/>
            <a:gd name="adj3" fmla="val 442"/>
          </a:avLst>
        </a:pr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4EFA5A-FD4A-40A9-B03D-1668DD4768CB}">
      <dsp:nvSpPr>
        <dsp:cNvPr id="0" name=""/>
        <dsp:cNvSpPr/>
      </dsp:nvSpPr>
      <dsp:spPr>
        <a:xfrm>
          <a:off x="505451" y="362887"/>
          <a:ext cx="3959543" cy="725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608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1" kern="1200" dirty="0"/>
            <a:t>Совмещение ключевых функций: управление проектами, задачи и коммуникация.</a:t>
          </a:r>
          <a:endParaRPr lang="ru-RU" sz="1500" kern="1200" dirty="0"/>
        </a:p>
      </dsp:txBody>
      <dsp:txXfrm>
        <a:off x="505451" y="362887"/>
        <a:ext cx="3959543" cy="725774"/>
      </dsp:txXfrm>
    </dsp:sp>
    <dsp:sp modelId="{56C4CDBD-3CA9-4A0F-8CC6-522A50B979D0}">
      <dsp:nvSpPr>
        <dsp:cNvPr id="0" name=""/>
        <dsp:cNvSpPr/>
      </dsp:nvSpPr>
      <dsp:spPr>
        <a:xfrm>
          <a:off x="51842" y="272165"/>
          <a:ext cx="907218" cy="9072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FBD8B7-FF19-4C09-A17C-F5E8028EFBE5}">
      <dsp:nvSpPr>
        <dsp:cNvPr id="0" name=""/>
        <dsp:cNvSpPr/>
      </dsp:nvSpPr>
      <dsp:spPr>
        <a:xfrm>
          <a:off x="769271" y="1451549"/>
          <a:ext cx="3695724" cy="725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608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1" kern="1200" dirty="0"/>
            <a:t>Использование современных технологий для реализации (</a:t>
          </a:r>
          <a:r>
            <a:rPr lang="ru-RU" sz="1500" b="1" kern="1200" dirty="0" err="1"/>
            <a:t>Django</a:t>
          </a:r>
          <a:r>
            <a:rPr lang="ru-RU" sz="1500" b="1" kern="1200" dirty="0"/>
            <a:t>, MySQL, </a:t>
          </a:r>
          <a:r>
            <a:rPr lang="ru-RU" sz="1500" b="1" kern="1200" dirty="0" err="1"/>
            <a:t>Tailwind</a:t>
          </a:r>
          <a:r>
            <a:rPr lang="ru-RU" sz="1500" b="1" kern="1200" dirty="0"/>
            <a:t> CSS).</a:t>
          </a:r>
          <a:endParaRPr lang="ru-RU" sz="1500" kern="1200" dirty="0"/>
        </a:p>
      </dsp:txBody>
      <dsp:txXfrm>
        <a:off x="769271" y="1451549"/>
        <a:ext cx="3695724" cy="725774"/>
      </dsp:txXfrm>
    </dsp:sp>
    <dsp:sp modelId="{F96ED931-C454-431B-A258-4D3BBDAD6684}">
      <dsp:nvSpPr>
        <dsp:cNvPr id="0" name=""/>
        <dsp:cNvSpPr/>
      </dsp:nvSpPr>
      <dsp:spPr>
        <a:xfrm>
          <a:off x="315661" y="1360827"/>
          <a:ext cx="907218" cy="9072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CC3784-9333-472C-82A5-40E1B2E48355}">
      <dsp:nvSpPr>
        <dsp:cNvPr id="0" name=""/>
        <dsp:cNvSpPr/>
      </dsp:nvSpPr>
      <dsp:spPr>
        <a:xfrm>
          <a:off x="505451" y="2540211"/>
          <a:ext cx="3959543" cy="7257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608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1" kern="1200" dirty="0"/>
            <a:t>Удобный, понятный и красивый интерфейс с эффектом </a:t>
          </a:r>
          <a:r>
            <a:rPr lang="ru-RU" sz="1500" b="1" kern="1200" dirty="0" err="1"/>
            <a:t>liquid</a:t>
          </a:r>
          <a:r>
            <a:rPr lang="ru-RU" sz="1500" b="1" kern="1200" dirty="0"/>
            <a:t> </a:t>
          </a:r>
          <a:r>
            <a:rPr lang="ru-RU" sz="1500" b="1" kern="1200" dirty="0" err="1"/>
            <a:t>glass</a:t>
          </a:r>
          <a:r>
            <a:rPr lang="ru-RU" sz="1500" b="1" kern="1200" dirty="0"/>
            <a:t>.</a:t>
          </a:r>
          <a:endParaRPr lang="ru-RU" sz="1500" kern="1200" dirty="0"/>
        </a:p>
      </dsp:txBody>
      <dsp:txXfrm>
        <a:off x="505451" y="2540211"/>
        <a:ext cx="3959543" cy="725774"/>
      </dsp:txXfrm>
    </dsp:sp>
    <dsp:sp modelId="{F44CB355-78CB-4F8F-A2BF-2A62AD8823FC}">
      <dsp:nvSpPr>
        <dsp:cNvPr id="0" name=""/>
        <dsp:cNvSpPr/>
      </dsp:nvSpPr>
      <dsp:spPr>
        <a:xfrm>
          <a:off x="51842" y="2449489"/>
          <a:ext cx="907218" cy="9072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73E7F-7578-4DD4-82FD-40C24D6EA17C}" type="datetimeFigureOut">
              <a:rPr lang="ru-RU" smtClean="0"/>
              <a:t>29.12.2025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C04A8-8E84-4CDF-9B92-36B2179632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9565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3897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7430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7312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Предметной областью   веб-приложения является….  (если есть)</a:t>
            </a:r>
          </a:p>
          <a:p>
            <a:r>
              <a:rPr lang="ru-RU" dirty="0"/>
              <a:t>Это….. </a:t>
            </a:r>
            <a:endParaRPr lang="en-US" dirty="0"/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73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616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380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F0D80-164F-4ECE-A815-4FDD83F9BCA5}" type="datetime1">
              <a:rPr lang="ru-RU" smtClean="0"/>
              <a:t>29.12.2025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521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8CD6-BB20-4C52-B81D-B7785C33963A}" type="datetime1">
              <a:rPr lang="ru-RU" smtClean="0"/>
              <a:t>29.12.2025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664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B67C-FD54-4096-A385-8F8657C73047}" type="datetime1">
              <a:rPr lang="ru-RU" smtClean="0"/>
              <a:t>29.12.2025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0713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76E6-C242-4724-A575-17A3D2DBE5B9}" type="datetime1">
              <a:rPr lang="ru-RU" smtClean="0"/>
              <a:t>29.12.2025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058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2084D-7615-4765-BEBB-FC2ADD0D2DA6}" type="datetime1">
              <a:rPr lang="ru-RU" smtClean="0"/>
              <a:t>29.12.2025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7429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003A1-BF28-48BC-9995-A08902293C2F}" type="datetime1">
              <a:rPr lang="ru-RU" smtClean="0"/>
              <a:t>29.12.2025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0420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2774-8C0E-4227-8A4F-13D7074C7957}" type="datetime1">
              <a:rPr lang="ru-RU" smtClean="0"/>
              <a:t>29.12.2025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07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009E-B0BA-40F4-9409-BAD477F7AA27}" type="datetime1">
              <a:rPr lang="ru-RU" smtClean="0"/>
              <a:t>29.12.2025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862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E8B98-2144-49DA-A188-3A9AAE81BE8F}" type="datetime1">
              <a:rPr lang="ru-RU" smtClean="0"/>
              <a:t>29.12.2025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593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0CD5-AEFD-4FB0-8E05-A24BD20C7889}" type="datetime1">
              <a:rPr lang="ru-RU" smtClean="0"/>
              <a:t>29.12.2025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682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A9A4-3005-430B-8AC7-63EFCE895077}" type="datetime1">
              <a:rPr lang="ru-RU" smtClean="0"/>
              <a:t>29.12.2025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385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E7E8C-EA9C-421C-A5E1-3533048FB457}" type="datetime1">
              <a:rPr lang="ru-RU" smtClean="0"/>
              <a:t>29.12.2025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755577" y="764704"/>
            <a:ext cx="5616623" cy="1173907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latin typeface="Gilroy SemiBold" pitchFamily="50" charset="-52"/>
              </a:rPr>
              <a:t>Онлайн-приложение для структурирования мыслей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930" y="2204864"/>
            <a:ext cx="1702838" cy="896908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r>
              <a:rPr lang="ru-RU" sz="1800" dirty="0"/>
              <a:t>Мурзин А. С.</a:t>
            </a:r>
            <a:br>
              <a:rPr lang="ru-RU" sz="1800" dirty="0"/>
            </a:br>
            <a:r>
              <a:rPr lang="ru-RU" sz="1800" dirty="0"/>
              <a:t>Узун Е. С.</a:t>
            </a:r>
          </a:p>
          <a:p>
            <a:r>
              <a:rPr lang="ru-RU" sz="1800" dirty="0"/>
              <a:t>Группа</a:t>
            </a:r>
            <a:r>
              <a:rPr lang="en-US" sz="1800" dirty="0"/>
              <a:t>:</a:t>
            </a:r>
            <a:r>
              <a:rPr lang="ru-RU" sz="1800" dirty="0"/>
              <a:t> 251-321</a:t>
            </a:r>
          </a:p>
        </p:txBody>
      </p:sp>
    </p:spTree>
    <p:extLst>
      <p:ext uri="{BB962C8B-B14F-4D97-AF65-F5344CB8AC3E}">
        <p14:creationId xmlns:p14="http://schemas.microsoft.com/office/powerpoint/2010/main" val="243643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/>
              <a:t>Введение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2</a:t>
            </a:fld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2F2A4A-7BAD-4F06-8F04-BC99BA8EC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700808"/>
            <a:ext cx="7787208" cy="44253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400" b="1" dirty="0"/>
              <a:t>Объект исследования</a:t>
            </a:r>
            <a:r>
              <a:rPr lang="ru-RU" sz="2400" dirty="0"/>
              <a:t>: Цифровые платформы для совместной работы над творческими проектами и управления командной деятельностью.</a:t>
            </a:r>
          </a:p>
          <a:p>
            <a:pPr marL="0" indent="0">
              <a:buNone/>
            </a:pPr>
            <a:r>
              <a:rPr lang="ru-RU" sz="2400" b="1" dirty="0"/>
              <a:t>Предмет исследования</a:t>
            </a:r>
            <a:r>
              <a:rPr lang="ru-RU" sz="2400" dirty="0"/>
              <a:t>: Функционал и реализация веб-приложения для создания </a:t>
            </a:r>
            <a:r>
              <a:rPr lang="ru-RU" sz="2400" dirty="0" err="1"/>
              <a:t>коллаборационных</a:t>
            </a:r>
            <a:r>
              <a:rPr lang="ru-RU" sz="2400" dirty="0"/>
              <a:t> пространств, обеспечивающего эффективное управление творческими проектами, координацию участников и отслеживание задач в рамках совместной работы.</a:t>
            </a:r>
            <a:endParaRPr lang="en-US" sz="2400" dirty="0"/>
          </a:p>
          <a:p>
            <a:pPr marL="0" indent="0">
              <a:buNone/>
            </a:pPr>
            <a:r>
              <a:rPr lang="ru-RU" sz="2400" b="1" dirty="0"/>
              <a:t>Цель</a:t>
            </a:r>
            <a:r>
              <a:rPr lang="en-US" sz="2400" dirty="0"/>
              <a:t>: </a:t>
            </a:r>
            <a:r>
              <a:rPr lang="ru-RU" sz="2400" dirty="0"/>
              <a:t>Разработать веб-приложение, обеспечивающее удобное управление творческими проектами и координацию команды через интеграцию ключевых функций: создания и организации проектов, управления участниками и приглашениями, распределения и отслеживания задач, а также коммуникации через систему комментариев и уведомлений.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68432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/>
              <a:t>Практическая значимость проекта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3</a:t>
            </a:fld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2F2A4A-7BAD-4F06-8F04-BC99BA8EC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671885"/>
            <a:ext cx="7787208" cy="442535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Разработанное приложение может быть полезным не только для студентов, но и для широкой аудитории творческих людей. Оно позволяет организовывать совместную работу над проектами, эффективно распределять задачи между участниками, отслеживать прогресс выполнения, поддерживать коммуникацию через комментарии и уведомления, экономить время на координации команды и повышать продуктивность совместной деятельности, оставаясь доступным и простым в использовании.</a:t>
            </a:r>
          </a:p>
        </p:txBody>
      </p:sp>
    </p:spTree>
    <p:extLst>
      <p:ext uri="{BB962C8B-B14F-4D97-AF65-F5344CB8AC3E}">
        <p14:creationId xmlns:p14="http://schemas.microsoft.com/office/powerpoint/2010/main" val="1351477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2555776" y="188640"/>
            <a:ext cx="4498106" cy="52038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17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 область проекта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289829" y="1581708"/>
            <a:ext cx="8660502" cy="328745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buNone/>
            </a:pPr>
            <a:r>
              <a:rPr lang="ru-RU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Предметной областью проекта является разработка информационной системы для организации совместной работы над творческими проектами, специализирующейся на управлении проектами, координации участников и отслеживании задач. В условиях современного творческого процесса эффективное управление информацией становится ключевым фактором для повышения качества реализации проектов и оптимизации работы творческих команд. Учитывая специфику работы с творческими проектами, возникает необходимость в автоматизации процессов создания проектов, управления участниками, распределения задач и поддержания коммуникации между членами команды.</a:t>
            </a:r>
            <a:endParaRPr lang="ru-RU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8541368" y="5565220"/>
            <a:ext cx="4089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5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81064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/>
              <a:t>Основные функции приложения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5</a:t>
            </a:fld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6F77D1-5CFE-078B-B7E1-1E368E726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469" y="1325245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Создание и управление проектами</a:t>
            </a:r>
          </a:p>
          <a:p>
            <a:r>
              <a:rPr lang="ru-RU" dirty="0"/>
              <a:t> Приглашение участников в проекты</a:t>
            </a:r>
          </a:p>
          <a:p>
            <a:r>
              <a:rPr lang="ru-RU" dirty="0"/>
              <a:t> Управление задачами проекта</a:t>
            </a:r>
          </a:p>
          <a:p>
            <a:r>
              <a:rPr lang="ru-RU" dirty="0"/>
              <a:t> Комментарии к проектам и задачам</a:t>
            </a:r>
          </a:p>
          <a:p>
            <a:r>
              <a:rPr lang="ru-RU" dirty="0"/>
              <a:t> Система уведомлений</a:t>
            </a:r>
          </a:p>
          <a:p>
            <a:r>
              <a:rPr lang="ru-RU" dirty="0"/>
              <a:t> Профили пользователей</a:t>
            </a:r>
          </a:p>
          <a:p>
            <a:r>
              <a:rPr lang="ru-RU" dirty="0"/>
              <a:t> Верификация авторов</a:t>
            </a:r>
          </a:p>
          <a:p>
            <a:r>
              <a:rPr lang="ru-RU" dirty="0"/>
              <a:t> Избранное (сохранение проектов)</a:t>
            </a:r>
          </a:p>
          <a:p>
            <a:r>
              <a:rPr lang="ru-RU" dirty="0"/>
              <a:t> Модерация контента</a:t>
            </a:r>
          </a:p>
          <a:p>
            <a:r>
              <a:rPr lang="ru-RU" dirty="0"/>
              <a:t> Поиск и фильтрация проектов</a:t>
            </a:r>
          </a:p>
        </p:txBody>
      </p:sp>
    </p:spTree>
    <p:extLst>
      <p:ext uri="{BB962C8B-B14F-4D97-AF65-F5344CB8AC3E}">
        <p14:creationId xmlns:p14="http://schemas.microsoft.com/office/powerpoint/2010/main" val="2547865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6AE061E4-E52F-43E3-AB7D-82C9EC95C0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769624"/>
              </p:ext>
            </p:extLst>
          </p:nvPr>
        </p:nvGraphicFramePr>
        <p:xfrm>
          <a:off x="452438" y="1671799"/>
          <a:ext cx="3059831" cy="3993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/>
              <a:t>Главная страница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6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66F2EF-426D-28EE-7A93-B096DC9F96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4928" y="2142858"/>
            <a:ext cx="5511704" cy="295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608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/>
              <a:t>Технологический стек</a:t>
            </a:r>
            <a:endParaRPr lang="ru-RU" dirty="0">
              <a:latin typeface="Gilroy Bold" pitchFamily="50" charset="-5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7</a:t>
            </a:fld>
            <a:endParaRPr lang="ru-RU" dirty="0"/>
          </a:p>
        </p:txBody>
      </p:sp>
      <p:graphicFrame>
        <p:nvGraphicFramePr>
          <p:cNvPr id="5" name="Таблица 2">
            <a:extLst>
              <a:ext uri="{FF2B5EF4-FFF2-40B4-BE49-F238E27FC236}">
                <a16:creationId xmlns:a16="http://schemas.microsoft.com/office/drawing/2014/main" id="{44B775C4-D7DE-AF8C-C855-BC1411861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43876"/>
              </p:ext>
            </p:extLst>
          </p:nvPr>
        </p:nvGraphicFramePr>
        <p:xfrm>
          <a:off x="827585" y="1052735"/>
          <a:ext cx="7936803" cy="46521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45601">
                  <a:extLst>
                    <a:ext uri="{9D8B030D-6E8A-4147-A177-3AD203B41FA5}">
                      <a16:colId xmlns:a16="http://schemas.microsoft.com/office/drawing/2014/main" val="489332136"/>
                    </a:ext>
                  </a:extLst>
                </a:gridCol>
                <a:gridCol w="2645601">
                  <a:extLst>
                    <a:ext uri="{9D8B030D-6E8A-4147-A177-3AD203B41FA5}">
                      <a16:colId xmlns:a16="http://schemas.microsoft.com/office/drawing/2014/main" val="699667990"/>
                    </a:ext>
                  </a:extLst>
                </a:gridCol>
                <a:gridCol w="2645601">
                  <a:extLst>
                    <a:ext uri="{9D8B030D-6E8A-4147-A177-3AD203B41FA5}">
                      <a16:colId xmlns:a16="http://schemas.microsoft.com/office/drawing/2014/main" val="359732992"/>
                    </a:ext>
                  </a:extLst>
                </a:gridCol>
              </a:tblGrid>
              <a:tr h="381874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Этап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Изображение (логотип)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инструмента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68126"/>
                  </a:ext>
                </a:extLst>
              </a:tr>
              <a:tr h="66828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Проектирование программного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Draw.io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0659"/>
                  </a:ext>
                </a:extLst>
              </a:tr>
              <a:tr h="66828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Проектирование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 Workbench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79013"/>
                  </a:ext>
                </a:extLst>
              </a:tr>
              <a:tr h="532394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Реализация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 Workbench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248937"/>
                  </a:ext>
                </a:extLst>
              </a:tr>
              <a:tr h="66828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Проектирование интерфейса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Draw.io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60549"/>
                  </a:ext>
                </a:extLst>
              </a:tr>
              <a:tr h="66828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среда разработки)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Studio Code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00580"/>
                  </a:ext>
                </a:extLst>
              </a:tr>
              <a:tr h="532394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JavaScript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0000"/>
                  </a:ext>
                </a:extLst>
              </a:tr>
              <a:tr h="5323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Разработка(фреймворки)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Django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0619"/>
                  </a:ext>
                </a:extLst>
              </a:tr>
            </a:tbl>
          </a:graphicData>
        </a:graphic>
      </p:graphicFrame>
      <p:pic>
        <p:nvPicPr>
          <p:cNvPr id="6" name="Рисунок 5" descr="Изображение выглядит как текст, Дорожный знак, апельсин, желт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3BC5774-AB4B-1AA9-BC75-F9763381D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120" y="1484784"/>
            <a:ext cx="461826" cy="46182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87295AD-A28D-D5DC-A65B-3DD274A265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784" y="2150443"/>
            <a:ext cx="513511" cy="51351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E3F0088-24BF-CB92-99EA-FF2AB11FE4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767" y="2759312"/>
            <a:ext cx="513511" cy="513511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Дорожный знак, апельсин, желт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2A0040-8CD5-D970-B90B-E30C5A2FB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458" y="3414107"/>
            <a:ext cx="461826" cy="46182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149C2D4-B081-BEE4-219C-264F1812AC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908" y="4017217"/>
            <a:ext cx="516251" cy="50695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D2F043F-34AE-4522-6659-2C26F66B91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3478" y="4653136"/>
            <a:ext cx="461826" cy="4695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135E037-A19B-01E2-ECC5-739C1EF5574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523" y="4653136"/>
            <a:ext cx="469523" cy="46952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8D2D98-F1EB-AB77-590B-63C79EC50C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4391" y="5193650"/>
            <a:ext cx="461826" cy="45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743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FCD8B-B0C5-1C77-1C4E-FA1BF56A8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981"/>
            <a:ext cx="8229600" cy="1143000"/>
          </a:xfrm>
        </p:spPr>
        <p:txBody>
          <a:bodyPr/>
          <a:lstStyle/>
          <a:p>
            <a:r>
              <a:rPr lang="ru-RU" dirty="0"/>
              <a:t>Проектирование базы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37066A-2239-6970-A7F0-F9445C9EC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9912" y="908720"/>
            <a:ext cx="2088232" cy="64807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30C089-A626-8DC0-F545-22202C7EE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8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5CEF39-BFD0-FFD5-EEDA-D4D1508AA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96" y="1340768"/>
            <a:ext cx="6649807" cy="4809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35545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Скриншоты разделов Проектов</a:t>
            </a:r>
            <a:r>
              <a:rPr lang="en-US" dirty="0">
                <a:latin typeface="Gilroy Bold" pitchFamily="50" charset="-52"/>
              </a:rPr>
              <a:t> </a:t>
            </a:r>
            <a:r>
              <a:rPr lang="ru-RU" dirty="0">
                <a:latin typeface="Gilroy Bold" pitchFamily="50" charset="-52"/>
              </a:rPr>
              <a:t>и профиля пользователя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9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126D16-F7B8-49F3-98F1-084C522DD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974" y="1009830"/>
            <a:ext cx="4752527" cy="254543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CD31090-5119-50EF-41F4-D7363E2CD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920" y="3712188"/>
            <a:ext cx="5053279" cy="266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570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10</a:t>
            </a:fld>
            <a:endParaRPr lang="ru-RU" dirty="0"/>
          </a:p>
        </p:txBody>
      </p:sp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0BD4FE67-8AC4-429E-946F-00EEDC02F91B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Демонстрация работы редактирования проекта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D4DF0D-9B1B-4F38-9917-74800BD6E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89" y="1305618"/>
            <a:ext cx="7915411" cy="424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9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11</a:t>
            </a:fld>
            <a:endParaRPr lang="ru-RU" dirty="0"/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925AAD1E-176D-4C93-9188-9BDE31C263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9268785"/>
              </p:ext>
            </p:extLst>
          </p:nvPr>
        </p:nvGraphicFramePr>
        <p:xfrm>
          <a:off x="-13319" y="1844823"/>
          <a:ext cx="4513310" cy="3628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3A23BA9-B865-445B-9CB4-E0F719C3598B}"/>
              </a:ext>
            </a:extLst>
          </p:cNvPr>
          <p:cNvSpPr txBox="1"/>
          <p:nvPr/>
        </p:nvSpPr>
        <p:spPr>
          <a:xfrm>
            <a:off x="4572000" y="1272237"/>
            <a:ext cx="441814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Наше приложение создано для удобной организации совместной работы над творческими проектами: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Проекты — для создания и структурирования творческих идей с категориями и тегами.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Участники — для приглашения и координации команды.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Задачи — для распределения работы и отслеживания прогресса выполнения.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Комментарии — для обсуждения деталей и обмена идеями.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Уведомления — для своевременного информирования о важных событиях.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Оно помогает творческим людям эффективно организовывать совместную работу, координировать команду и отслеживать прогресс проектов, обеспечивая простоту использования и доступность для широкой аудитории.</a:t>
            </a:r>
          </a:p>
        </p:txBody>
      </p:sp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0BD4FE67-8AC4-429E-946F-00EEDC02F91B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/>
              <a:t>Выводы</a:t>
            </a:r>
            <a:endParaRPr lang="ru-RU" dirty="0">
              <a:latin typeface="Gilroy Bold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80625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05847"/>
      </p:ext>
    </p:extLst>
  </p:cSld>
  <p:clrMapOvr>
    <a:masterClrMapping/>
  </p:clrMapOvr>
</p:sld>
</file>

<file path=ppt/theme/theme1.xml><?xml version="1.0" encoding="utf-8"?>
<a:theme xmlns:a="http://schemas.openxmlformats.org/drawingml/2006/main" name="Николаенко_ААИ-2015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Gilroy SemiBold"/>
        <a:ea typeface=""/>
        <a:cs typeface=""/>
      </a:majorFont>
      <a:minorFont>
        <a:latin typeface="Gilro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Николаенко_ААИ-2015.thmx</Template>
  <TotalTime>963</TotalTime>
  <Words>534</Words>
  <Application>Microsoft Office PowerPoint</Application>
  <PresentationFormat>Экран (4:3)</PresentationFormat>
  <Paragraphs>83</Paragraphs>
  <Slides>12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Gilroy</vt:lpstr>
      <vt:lpstr>Gilroy Bold</vt:lpstr>
      <vt:lpstr>Gilroy SemiBold</vt:lpstr>
      <vt:lpstr>Times New Roman</vt:lpstr>
      <vt:lpstr>Николаенко_ААИ-2015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Проектирование базы данных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Lepeshkin</dc:creator>
  <cp:lastModifiedBy>wrx666</cp:lastModifiedBy>
  <cp:revision>109</cp:revision>
  <cp:lastPrinted>2016-06-06T19:02:34Z</cp:lastPrinted>
  <dcterms:created xsi:type="dcterms:W3CDTF">2015-04-17T11:13:20Z</dcterms:created>
  <dcterms:modified xsi:type="dcterms:W3CDTF">2025-12-29T17:33:43Z</dcterms:modified>
</cp:coreProperties>
</file>